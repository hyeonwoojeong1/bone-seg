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VS Code로 GPU 서버 개발환경 세팅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8D0E8"/>
                </a:solidFill>
                <a:latin typeface="Malgun Gothic"/>
              </a:rPr>
              <a:t>서버 자원 소개 · Remote-SSH 접속 · Docker + GPU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8A5C0"/>
                </a:solidFill>
                <a:latin typeface="Malgun Gothic"/>
              </a:rPr>
              <a:t>팀 온보딩용 공통 세팅 가이드 · 각자 프로젝트 학습 전 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전체 흐름 (5단계)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583" y="2468880"/>
            <a:ext cx="2011680" cy="19202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4583" y="2468880"/>
            <a:ext cx="20116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583" y="2496312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583" y="3017520"/>
            <a:ext cx="2011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VS Code</a:t>
            </a:r>
          </a:p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+ 확장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583" y="370332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Remote-SSH</a:t>
            </a:r>
          </a:p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확장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7975" y="3063240"/>
            <a:ext cx="3474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2295" y="2468880"/>
            <a:ext cx="2011680" cy="19202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2295" y="2468880"/>
            <a:ext cx="20116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2295" y="2496312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2295" y="3017520"/>
            <a:ext cx="2011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SSH 접속</a:t>
            </a:r>
          </a:p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2295" y="370332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키·config</a:t>
            </a:r>
          </a:p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3063240"/>
            <a:ext cx="3474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0007" y="2468880"/>
            <a:ext cx="2011680" cy="19202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0007" y="2468880"/>
            <a:ext cx="20116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0007" y="2496312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0007" y="3017520"/>
            <a:ext cx="2011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서버 접속</a:t>
            </a:r>
          </a:p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(원격 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0007" y="370332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폴더 열기</a:t>
            </a:r>
          </a:p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+ 터미널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3399" y="3063240"/>
            <a:ext cx="3474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7719" y="2468880"/>
            <a:ext cx="2011680" cy="19202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7719" y="2468880"/>
            <a:ext cx="20116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7719" y="2496312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719" y="3017520"/>
            <a:ext cx="2011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Docker</a:t>
            </a:r>
          </a:p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7719" y="370332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GPU 붙여</a:t>
            </a:r>
          </a:p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컨테이너 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1111" y="3063240"/>
            <a:ext cx="3474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E87A17"/>
                </a:solidFill>
                <a:latin typeface="Malgun Gothic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5431" y="2468880"/>
            <a:ext cx="2011680" cy="19202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25431" y="2468880"/>
            <a:ext cx="2011680" cy="4572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5431" y="2496312"/>
            <a:ext cx="2011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5431" y="3017520"/>
            <a:ext cx="2011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GPU</a:t>
            </a:r>
          </a:p>
          <a:p>
            <a:pPr algn="ctr"/>
            <a:r>
              <a:rPr sz="1500" b="1">
                <a:solidFill>
                  <a:srgbClr val="0F2A4A"/>
                </a:solidFill>
                <a:latin typeface="Malgun Gothic"/>
              </a:rPr>
              <a:t>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5431" y="370332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nvidia-smi</a:t>
            </a:r>
          </a:p>
          <a:p>
            <a:pPr algn="ctr"/>
            <a:r>
              <a:rPr sz="1250" b="0">
                <a:solidFill>
                  <a:srgbClr val="555F6B"/>
                </a:solidFill>
                <a:latin typeface="Malgun Gothic"/>
              </a:rPr>
              <a:t>torch 체크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solidFill>
            <a:srgbClr val="EDF4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A4A"/>
                </a:solidFill>
                <a:latin typeface="Malgun Gothic"/>
              </a:rPr>
              <a:t>왜 이렇게 하나요?  내 노트북에서 VS Code로 편집하지만 실제 실행은 GPU 서버에서 됩니다.</a:t>
            </a:r>
          </a:p>
          <a:p>
            <a:pPr algn="l"/>
            <a:r>
              <a:rPr sz="1500" b="0">
                <a:solidFill>
                  <a:srgbClr val="0F2A4A"/>
                </a:solidFill>
                <a:latin typeface="Malgun Gothic"/>
              </a:rPr>
              <a:t>Docker는 '실행에 필요한 모든 프로그램을 담은 상자' — 누구나 똑같은 환경으로 재현 가능.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서버 자원 (하드웨어 스펙)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1371600"/>
            <a:ext cx="5257800" cy="1874519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167" y="1371600"/>
            <a:ext cx="164592" cy="1874519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15361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55F6B"/>
                </a:solidFill>
                <a:latin typeface="Malgun Gothic"/>
              </a:rP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1938528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algun Gothic"/>
              </a:rPr>
              <a:t>124 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927" y="265176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Intel Xeon (Ice Lake)</a:t>
            </a:r>
          </a:p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단일 소켓 · 124 physical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371600"/>
            <a:ext cx="5257800" cy="1874519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371600"/>
            <a:ext cx="164592" cy="1874519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15361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55F6B"/>
                </a:solidFill>
                <a:latin typeface="Malgun Gothic"/>
              </a:rPr>
              <a:t>메모리 (RAM)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1938528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algun Gothic"/>
              </a:rPr>
              <a:t>1.7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265176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총 1,771 GB</a:t>
            </a:r>
          </a:p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대용량 데이터도 메모리에 여유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167" y="3566159"/>
            <a:ext cx="5257800" cy="1874519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167" y="3566159"/>
            <a:ext cx="164592" cy="1874519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0927" y="3730751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55F6B"/>
                </a:solidFill>
                <a:latin typeface="Malgun Gothic"/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927" y="4133087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algun Gothic"/>
              </a:rPr>
              <a:t>H100 80GB ×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927" y="4846319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NVIDIA H100 HBM3</a:t>
            </a:r>
          </a:p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장당 80GB · 총 640GB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3566159"/>
            <a:ext cx="5257800" cy="1874519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3566159"/>
            <a:ext cx="164592" cy="1874519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3730751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55F6B"/>
                </a:solidFill>
                <a:latin typeface="Malgun Gothic"/>
              </a:rPr>
              <a:t>저장소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4133087"/>
            <a:ext cx="4709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Malgun Gothic"/>
              </a:rPr>
              <a:t>NAS 10TB + SSD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846319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/data1 10TB(영구) · 9.9TB 여유</a:t>
            </a:r>
          </a:p>
          <a:p>
            <a:pPr algn="l"/>
            <a:r>
              <a:rPr sz="1350" b="0">
                <a:solidFill>
                  <a:srgbClr val="555F6B"/>
                </a:solidFill>
                <a:latin typeface="Malgun Gothic"/>
              </a:rPr>
              <a:t>로컬 SSD 194GB(빠름)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6FB2"/>
                </a:solidFill>
                <a:latin typeface="Malgun Gothic"/>
              </a:rPr>
              <a:t>OS Ubuntu 22.04 · NVIDIA 드라이버 580 (CUDA 12.6+) · 공유메모리(/dev/shm) 886GB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VS Code 설치 + Remote-SSH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2A4A"/>
                </a:solidFill>
                <a:latin typeface="Malgun Gothic"/>
              </a:rPr>
              <a:t>①  </a:t>
            </a:r>
            <a:r>
              <a:rPr sz="1800">
                <a:solidFill>
                  <a:srgbClr val="555F6B"/>
                </a:solidFill>
                <a:latin typeface="Malgun Gothic"/>
              </a:rPr>
              <a:t>VS Code 설치 — code.visualstudio.com 에서 다운로드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A4A"/>
                </a:solidFill>
                <a:latin typeface="Malgun Gothic"/>
              </a:rPr>
              <a:t>②  </a:t>
            </a:r>
            <a:r>
              <a:rPr sz="1800">
                <a:solidFill>
                  <a:srgbClr val="555F6B"/>
                </a:solidFill>
                <a:latin typeface="Malgun Gothic"/>
              </a:rPr>
              <a:t>왼쪽 확장(Extensions) 아이콘 클릭  (단축키 Ctrl+Shift+X)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A4A"/>
                </a:solidFill>
                <a:latin typeface="Malgun Gothic"/>
              </a:rPr>
              <a:t>③  </a:t>
            </a:r>
            <a:r>
              <a:rPr sz="1800">
                <a:solidFill>
                  <a:srgbClr val="555F6B"/>
                </a:solidFill>
                <a:latin typeface="Malgun Gothic"/>
              </a:rPr>
              <a:t>검색창에 'Remote - SSH' 입력 → Microsoft 제작 확장 설치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10881360" cy="100584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2A4A"/>
                </a:solidFill>
                <a:latin typeface="Malgun Gothic"/>
              </a:rPr>
              <a:t>설치되면 왼쪽 아래에 파란색 '&gt;&lt;' 원격 표시 아이콘이 생깁니다.</a:t>
            </a:r>
          </a:p>
          <a:p>
            <a:pPr algn="l"/>
            <a:r>
              <a:rPr sz="1600" b="0">
                <a:solidFill>
                  <a:srgbClr val="0F2A4A"/>
                </a:solidFill>
                <a:latin typeface="Malgun Gothic"/>
              </a:rPr>
              <a:t>이 아이콘이 서버 접속의 시작점입니다.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Malgun Gothic"/>
              </a:rPr>
              <a:t>함께 설치하면 좋은 확장: Docker,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SSH 접속 설정 (키 + config)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  <a:latin typeface="Malgun Gothic"/>
              </a:rPr>
              <a:t>키 파일(.pem)을 .ssh 폴더 안에 넣고, 같은 폴더의 config에 서버를 등록합니다.</a:t>
            </a:r>
          </a:p>
          <a:p>
            <a:pPr algn="l"/>
            <a:r>
              <a:rPr sz="1500" b="0">
                <a:solidFill>
                  <a:srgbClr val="555F6B"/>
                </a:solidFill>
                <a:latin typeface="Malgun Gothic"/>
              </a:rPr>
              <a:t>.ssh 폴더 위치 —  Windows: C:\Users\&lt;이름&gt;\.ssh    /    Mac·Linux: ~/.ssh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A"/>
                </a:solidFill>
                <a:latin typeface="Malgun Gothic"/>
              </a:rPr>
              <a:t>.ssh 폴더 안 config 파일에 아래처럼 등록 (VS Code에서 자동 생성도 가능):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088136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Host h100-server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  HostName 114.110.134.100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  User ubuntu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  IdentityFile ~/.ssh/ad067.pem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IdentityFile  </a:t>
            </a:r>
            <a:r>
              <a:rPr sz="1500">
                <a:solidFill>
                  <a:srgbClr val="555F6B"/>
                </a:solidFill>
                <a:latin typeface="Malgun Gothic"/>
              </a:rPr>
              <a:t>키 파일 경로 — .ssh 폴더 안에 둔 ad067.pem (~/.ssh/ad067.pem)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HostName / User  </a:t>
            </a:r>
            <a:r>
              <a:rPr sz="1500">
                <a:solidFill>
                  <a:srgbClr val="555F6B"/>
                </a:solidFill>
                <a:latin typeface="Malgun Gothic"/>
              </a:rPr>
              <a:t>서버 IP(114.110.134.100) / 계정(ubuntu)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7"/>
                </a:solidFill>
                <a:latin typeface="Malgun Gothic"/>
              </a:rPr>
              <a:t>키 파일은 외부에 공유 금지 · .ssh 폴더에 개인 보관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VS Code로 서버 접속 → 폴더·터미널 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①  </a:t>
            </a:r>
            <a:r>
              <a:rPr sz="1700">
                <a:solidFill>
                  <a:srgbClr val="555F6B"/>
                </a:solidFill>
                <a:latin typeface="Malgun Gothic"/>
              </a:rPr>
              <a:t>F1 (또는 Ctrl+Shift+P) → 'Remote-SSH: Connect to Host' 선택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②  </a:t>
            </a:r>
            <a:r>
              <a:rPr sz="1700">
                <a:solidFill>
                  <a:srgbClr val="555F6B"/>
                </a:solidFill>
                <a:latin typeface="Malgun Gothic"/>
              </a:rPr>
              <a:t>목록에서 h100-server 선택 → 새 창이 서버에 연결됨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③  </a:t>
            </a:r>
            <a:r>
              <a:rPr sz="1700">
                <a:solidFill>
                  <a:srgbClr val="555F6B"/>
                </a:solidFill>
                <a:latin typeface="Malgun Gothic"/>
              </a:rPr>
              <a:t>'Open Folder' → /data1/bone 등 작업 폴더 열기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F2A4A"/>
                </a:solidFill>
                <a:latin typeface="Malgun Gothic"/>
              </a:rPr>
              <a:t>④  </a:t>
            </a:r>
            <a:r>
              <a:rPr sz="1700">
                <a:solidFill>
                  <a:srgbClr val="555F6B"/>
                </a:solidFill>
                <a:latin typeface="Malgun Gothic"/>
              </a:rPr>
              <a:t>터미널 열기: 상단 메뉴 Terminal → New Terminal (Ctrl+`)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10881360" cy="1051560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3367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2A4A"/>
                </a:solidFill>
                <a:latin typeface="Malgun Gothic"/>
              </a:rPr>
              <a:t>이제 VS Code 창은 '서버 안'입니다.  왼쪽 아래에 'SSH: h100-server' 표시 확인.</a:t>
            </a:r>
          </a:p>
          <a:p>
            <a:pPr algn="l"/>
            <a:r>
              <a:rPr sz="1600" b="0">
                <a:solidFill>
                  <a:srgbClr val="0F2A4A"/>
                </a:solidFill>
                <a:latin typeface="Malgun Gothic"/>
              </a:rPr>
              <a:t>여기 터미널에 입력하는 명령은 전부 서버에서 실행됩니다.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B57"/>
                </a:solidFill>
                <a:latin typeface="Malgun Gothic"/>
              </a:rPr>
              <a:t>확인용: 터미널에 nvidia-smi 입력 → 서버의 GPU 8장이 보이면 접속 성공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(대안) 터미널에서 직접 SSH 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  <a:latin typeface="Malgun Gothic"/>
              </a:rPr>
              <a:t>VS Code 없이도 어떤 터미널에서든 접속할 수 있습니다</a:t>
            </a:r>
          </a:p>
          <a:p>
            <a:pPr algn="l"/>
            <a:r>
              <a:rPr sz="1600" b="0">
                <a:solidFill>
                  <a:srgbClr val="555F6B"/>
                </a:solidFill>
                <a:latin typeface="Malgun Gothic"/>
              </a:rPr>
              <a:t>(Windows PowerShell·cmd, Git Bash, Mac/Linux 터미널 모두 ssh 내장).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.ssh 폴더에 둔 키로 바로 접속: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088136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ssh -i ~/.ssh/ad067.pem ubuntu@114.110.134.100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.ssh/config에 등록해 두었다면 짧게: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088136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ssh h100-server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접속 후  </a:t>
            </a:r>
            <a:r>
              <a:rPr sz="1500">
                <a:solidFill>
                  <a:srgbClr val="555F6B"/>
                </a:solidFill>
                <a:latin typeface="Malgun Gothic"/>
              </a:rPr>
              <a:t>서버 셸이 열리고, docker 등 명령을 바로 실행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Mac/Linux  </a:t>
            </a:r>
            <a:r>
              <a:rPr sz="1500">
                <a:solidFill>
                  <a:srgbClr val="555F6B"/>
                </a:solidFill>
                <a:latin typeface="Malgun Gothic"/>
              </a:rPr>
              <a:t>키 권한 필요:  chmod 600 ~/.ssh/ad067.pem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5F6B"/>
                </a:solidFill>
                <a:latin typeface="Malgun Gothic"/>
              </a:rPr>
              <a:t>종료  </a:t>
            </a:r>
            <a:r>
              <a:rPr sz="1500">
                <a:solidFill>
                  <a:srgbClr val="555F6B"/>
                </a:solidFill>
                <a:latin typeface="Malgun Gothic"/>
              </a:rPr>
              <a:t>exit 입력 (또는 Ctrl+D)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Docker로 GPU 컨테이너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  <a:latin typeface="Malgun Gothic"/>
              </a:rPr>
              <a:t>서버 터미널에서 컨테이너를 GPU와 함께 실행합니다. (예: PyTorch 이미지)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sudo docker run --gpus all -it --rm \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--shm-size=32g \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-v /data1:/data1 \</a:t>
            </a:r>
          </a:p>
          <a:p>
            <a:r>
              <a:rPr sz="1500">
                <a:solidFill>
                  <a:srgbClr val="9CDCFE"/>
                </a:solidFill>
                <a:latin typeface="Consolas"/>
              </a:rPr>
              <a:t>  pytorch/pytorch:2.5.1-cuda12.4-cudnn9-runtime  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옵션 뜻: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555F6B"/>
                </a:solidFill>
                <a:latin typeface="Malgun Gothic"/>
              </a:rPr>
              <a:t>--gpus all  </a:t>
            </a:r>
            <a:r>
              <a:rPr sz="1450">
                <a:solidFill>
                  <a:srgbClr val="555F6B"/>
                </a:solidFill>
                <a:latin typeface="Malgun Gothic"/>
              </a:rPr>
              <a:t>컨테이너에 GPU 연결  (이거 빼면 GPU 안 보임!)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555F6B"/>
                </a:solidFill>
                <a:latin typeface="Malgun Gothic"/>
              </a:rPr>
              <a:t>-it  </a:t>
            </a:r>
            <a:r>
              <a:rPr sz="1450">
                <a:solidFill>
                  <a:srgbClr val="555F6B"/>
                </a:solidFill>
                <a:latin typeface="Malgun Gothic"/>
              </a:rPr>
              <a:t>터미널로 컨테이너 안에 들어가 대화형 사용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555F6B"/>
                </a:solidFill>
                <a:latin typeface="Malgun Gothic"/>
              </a:rPr>
              <a:t>-v /data1:/data1  </a:t>
            </a:r>
            <a:r>
              <a:rPr sz="1450">
                <a:solidFill>
                  <a:srgbClr val="555F6B"/>
                </a:solidFill>
                <a:latin typeface="Malgun Gothic"/>
              </a:rPr>
              <a:t>서버 폴더를 컨테이너에 연결 (데이터·결과 공유·영구 저장)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555F6B"/>
                </a:solidFill>
                <a:latin typeface="Malgun Gothic"/>
              </a:rPr>
              <a:t>--shm-size  </a:t>
            </a:r>
            <a:r>
              <a:rPr sz="1450">
                <a:solidFill>
                  <a:srgbClr val="555F6B"/>
                </a:solidFill>
                <a:latin typeface="Malgun Gothic"/>
              </a:rPr>
              <a:t>공유메모리 확대 — 데이터 로더 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컨테이너 안에서 GPU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  <a:latin typeface="Malgun Gothic"/>
              </a:rPr>
              <a:t>컨테이너 안에서 GPU가 잡히는지 두 가지로 확인합니다.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① 드라이버·GPU 목록: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nvidia-smi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② PyTorch에서 인식 확인: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DCFE"/>
                </a:solidFill>
                <a:latin typeface="Consolas"/>
              </a:rPr>
              <a:t>python -c "import torch; print(torch.cuda.is_available(), torch.cuda.device_count())"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881360" cy="1280160"/>
          </a:xfrm>
          <a:prstGeom prst="rect">
            <a:avLst/>
          </a:prstGeom>
          <a:solidFill>
            <a:srgbClr val="ECF7EE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5E36"/>
                </a:solidFill>
                <a:latin typeface="Malgun Gothic"/>
              </a:rPr>
              <a:t>기대 결과:</a:t>
            </a:r>
          </a:p>
          <a:p>
            <a:pPr algn="l"/>
            <a:r>
              <a:rPr sz="1600" b="0">
                <a:solidFill>
                  <a:srgbClr val="1E5E36"/>
                </a:solidFill>
                <a:latin typeface="Malgun Gothic"/>
              </a:rPr>
              <a:t>  · nvidia-smi → H100 GPU 목록이 표로 출력</a:t>
            </a:r>
          </a:p>
          <a:p>
            <a:pPr algn="l"/>
            <a:r>
              <a:rPr sz="1600" b="0">
                <a:solidFill>
                  <a:srgbClr val="1E5E36"/>
                </a:solidFill>
                <a:latin typeface="Malgun Gothic"/>
              </a:rPr>
              <a:t>  · torch → True 8   (사용 가능 + GPU 8장)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서버 자원 확인 &amp; Docker에서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B2"/>
                </a:solidFill>
                <a:latin typeface="Malgun Gothic"/>
              </a:rPr>
              <a:t>자원 확인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577840" cy="2103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CDCFE"/>
                </a:solidFill>
                <a:latin typeface="Consolas"/>
              </a:rPr>
              <a:t>nproc            # CPU 코어 수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free -h          # 메모리 용량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df -h /data1     # 디스크 여유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nvidia-smi       # GPU 상태·사용률</a:t>
            </a:r>
          </a:p>
          <a:p>
            <a:r>
              <a:rPr sz="1400">
                <a:solidFill>
                  <a:srgbClr val="9CDCFE"/>
                </a:solidFill>
                <a:latin typeface="Consolas"/>
              </a:rPr>
              <a:t>htop             # CPU/RAM 실시간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B2"/>
                </a:solidFill>
                <a:latin typeface="Malgun Gothic"/>
              </a:rPr>
              <a:t>Docker에서 자원 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--gpus all  </a:t>
            </a:r>
            <a:r>
              <a:rPr sz="1400">
                <a:solidFill>
                  <a:srgbClr val="555F6B"/>
                </a:solidFill>
                <a:latin typeface="Malgun Gothic"/>
              </a:rPr>
              <a:t>GPU 전부 사용 (특정만: --gpus '"device=0,1"')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--shm-size=256g  </a:t>
            </a:r>
            <a:r>
              <a:rPr sz="1400">
                <a:solidFill>
                  <a:srgbClr val="555F6B"/>
                </a:solidFill>
                <a:latin typeface="Malgun Gothic"/>
              </a:rPr>
              <a:t>공유메모리 크게 (데이터 로더용)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--cpus / --memory  </a:t>
            </a:r>
            <a:r>
              <a:rPr sz="1400">
                <a:solidFill>
                  <a:srgbClr val="555F6B"/>
                </a:solidFill>
                <a:latin typeface="Malgun Gothic"/>
              </a:rPr>
              <a:t>제한 걸 때만. 기본은 전부 사용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-v  </a:t>
            </a:r>
            <a:r>
              <a:rPr sz="1400">
                <a:solidFill>
                  <a:srgbClr val="555F6B"/>
                </a:solidFill>
                <a:latin typeface="Malgun Gothic"/>
              </a:rPr>
              <a:t>대용량 데이터는 마운트로 접근(복사 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11064240" cy="1874519"/>
          </a:xfrm>
          <a:prstGeom prst="rect">
            <a:avLst/>
          </a:prstGeom>
          <a:solidFill>
            <a:srgbClr val="F2F5F8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Malgun Gothic"/>
              </a:rPr>
              <a:t>효율적으로 쓰는 법 (프로그램 옵션으로 병렬화):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CPU  </a:t>
            </a:r>
            <a:r>
              <a:rPr sz="1400">
                <a:solidFill>
                  <a:srgbClr val="555F6B"/>
                </a:solidFill>
                <a:latin typeface="Malgun Gothic"/>
              </a:rPr>
              <a:t>데이터 전처리·로더 worker 수를 코어에 맞춰 늘리기 (예: 수십 개)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RAM  </a:t>
            </a:r>
            <a:r>
              <a:rPr sz="1400">
                <a:solidFill>
                  <a:srgbClr val="555F6B"/>
                </a:solidFill>
                <a:latin typeface="Malgun Gothic"/>
              </a:rPr>
              <a:t>1.7TB로 여유 → 데이터 캐싱·큰 배치 가능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555F6B"/>
                </a:solidFill>
                <a:latin typeface="Malgun Gothic"/>
              </a:rPr>
              <a:t>GPU  </a:t>
            </a:r>
            <a:r>
              <a:rPr sz="1400">
                <a:solidFill>
                  <a:srgbClr val="555F6B"/>
                </a:solidFill>
                <a:latin typeface="Malgun Gothic"/>
              </a:rPr>
              <a:t>여러 실험을 GPU별로 분산(GPU 0~7) 또는 한 작업에 여러 GPU(DDP)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E87A17"/>
                </a:solidFill>
                <a:latin typeface="Malgun Gothic"/>
              </a:rPr>
              <a:t>주의  </a:t>
            </a:r>
            <a:r>
              <a:rPr sz="1400">
                <a:solidFill>
                  <a:srgbClr val="555F6B"/>
                </a:solidFill>
                <a:latin typeface="Malgun Gothic"/>
              </a:rPr>
              <a:t>여러 명이 공유 → nvidia-smi로 빈 GPU 확인 후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algun Gothic"/>
              </a:rPr>
              <a:t>자주 겪는 문제 &amp; 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555F6B"/>
                </a:solidFill>
                <a:latin typeface="Malgun Gothic"/>
              </a:rPr>
              <a:t>권한 거부  </a:t>
            </a:r>
            <a:r>
              <a:rPr sz="1700">
                <a:solidFill>
                  <a:srgbClr val="555F6B"/>
                </a:solidFill>
                <a:latin typeface="Malgun Gothic"/>
              </a:rPr>
              <a:t>docker 명령에 permission denied → 앞에 sudo.  또는 그룹 추가: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965960"/>
            <a:ext cx="987552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CDCFE"/>
                </a:solidFill>
                <a:latin typeface="Consolas"/>
              </a:rPr>
              <a:t>sudo usermod -aG docker $USER    # 후 재로그인(SSH 재접속)하면 sudo 불필요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555F6B"/>
                </a:solidFill>
                <a:latin typeface="Malgun Gothic"/>
              </a:rPr>
              <a:t>GPU 안 보임  </a:t>
            </a:r>
            <a:r>
              <a:rPr sz="1600">
                <a:solidFill>
                  <a:srgbClr val="555F6B"/>
                </a:solidFill>
                <a:latin typeface="Malgun Gothic"/>
              </a:rPr>
              <a:t>docker run에 --gpus all 을 빠뜨림. 반드시 포함.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555F6B"/>
                </a:solidFill>
                <a:latin typeface="Malgun Gothic"/>
              </a:rPr>
              <a:t>데이터 없음  </a:t>
            </a:r>
            <a:r>
              <a:rPr sz="1600">
                <a:solidFill>
                  <a:srgbClr val="555F6B"/>
                </a:solidFill>
                <a:latin typeface="Malgun Gothic"/>
              </a:rPr>
              <a:t>-v 로 서버 폴더를 마운트해야 컨테이너에서 접근·결과 저장.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555F6B"/>
                </a:solidFill>
                <a:latin typeface="Malgun Gothic"/>
              </a:rPr>
              <a:t>빌드 느림/디스크 꽉참  </a:t>
            </a:r>
            <a:r>
              <a:rPr sz="1600">
                <a:solidFill>
                  <a:srgbClr val="555F6B"/>
                </a:solidFill>
                <a:latin typeface="Malgun Gothic"/>
              </a:rPr>
              <a:t>빌드 컨텍스트에 대용량 폴더 포함. .dockerignore로 제외.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555F6B"/>
                </a:solidFill>
                <a:latin typeface="Malgun Gothic"/>
              </a:rPr>
              <a:t>장시간 학습  </a:t>
            </a:r>
            <a:r>
              <a:rPr sz="1600">
                <a:solidFill>
                  <a:srgbClr val="555F6B"/>
                </a:solidFill>
                <a:latin typeface="Malgun Gothic"/>
              </a:rPr>
              <a:t>-d(백그라운드)로 실행, sudo docker logs -f &lt;이름&gt; 으로 확인.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555F6B"/>
                </a:solidFill>
                <a:latin typeface="Malgun Gothic"/>
              </a:rPr>
              <a:t>이름 충돌  </a:t>
            </a:r>
            <a:r>
              <a:rPr sz="1600">
                <a:solidFill>
                  <a:srgbClr val="555F6B"/>
                </a:solidFill>
                <a:latin typeface="Malgun Gothic"/>
              </a:rPr>
              <a:t>같은 --name 이 이미 있음. docker rm &lt;이름&gt; 후 재실행.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algun Gothic"/>
              </a:rPr>
              <a:t>세팅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37360"/>
            <a:ext cx="941832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574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VS Code + Remote-SSH 확장 설치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SSH config에 서버 등록 (키 파일 경로 확인)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VS Code로 서버 접속 → 좌하단 'SSH: h100-server' 확인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서버 터미널에서 nvidia-smi 로 GPU 확인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docker run --gpus all 로 컨테이너 실행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2E8B57"/>
                </a:solidFill>
                <a:latin typeface="Malgun Gothic"/>
              </a:rPr>
              <a:t>☑  </a:t>
            </a:r>
            <a:r>
              <a:rPr sz="1800">
                <a:solidFill>
                  <a:srgbClr val="0F2A4A"/>
                </a:solidFill>
                <a:latin typeface="Malgun Gothic"/>
              </a:rPr>
              <a:t>컨테이너 안에서 torch.cuda.is_available() ==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8D0E8"/>
                </a:solidFill>
                <a:latin typeface="Malgun Gothic"/>
              </a:rPr>
              <a:t>여기까지 되면 각자 프로젝트 학습을 시작할 준비 완료!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